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2" r:id="rId5"/>
    <p:sldId id="263" r:id="rId6"/>
    <p:sldId id="264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55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Início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Projeto: Desenvolvimento de um site/aplicativo de listas de tarefas (To-Do List).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Membros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Gabriel de Camargo Miranda</a:t>
            </a:r>
          </a:p>
          <a:p>
            <a:r>
              <a:t>Samuel Heitor Fernandes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Diagrama de Classes</a:t>
            </a:r>
          </a:p>
        </p:txBody>
      </p:sp>
      <p:pic>
        <p:nvPicPr>
          <p:cNvPr id="3" name="Picture 2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7066" y="-1880529"/>
            <a:ext cx="9934222" cy="140484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Prototipagem - Login/Cadastro</a:t>
            </a:r>
          </a:p>
        </p:txBody>
      </p:sp>
      <p:pic>
        <p:nvPicPr>
          <p:cNvPr id="3" name="Picture 2" descr="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22" y="-2263423"/>
            <a:ext cx="7315200" cy="103447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Prototipagem - Tela Principal</a:t>
            </a:r>
          </a:p>
        </p:txBody>
      </p:sp>
      <p:pic>
        <p:nvPicPr>
          <p:cNvPr id="3" name="Picture 2" descr="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866" y="-1857023"/>
            <a:ext cx="7315200" cy="103447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111" y="-1373765"/>
            <a:ext cx="6829778" cy="96583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</Words>
  <Application>Microsoft Office PowerPoint</Application>
  <PresentationFormat>Apresentação na tela (4:3)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Início</vt:lpstr>
      <vt:lpstr>Membros do Projeto</vt:lpstr>
      <vt:lpstr>Diagrama de Classes</vt:lpstr>
      <vt:lpstr>Prototipagem - Login/Cadastro</vt:lpstr>
      <vt:lpstr>Prototipagem - Tela Principal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Início</dc:title>
  <dc:subject/>
  <dc:creator/>
  <cp:keywords/>
  <dc:description>generated using python-pptx</dc:description>
  <cp:lastModifiedBy>SAMUEL HEITOR FERNANDES</cp:lastModifiedBy>
  <cp:revision>2</cp:revision>
  <dcterms:created xsi:type="dcterms:W3CDTF">2013-01-27T09:14:16Z</dcterms:created>
  <dcterms:modified xsi:type="dcterms:W3CDTF">2025-11-11T22:53:18Z</dcterms:modified>
  <cp:category/>
</cp:coreProperties>
</file>